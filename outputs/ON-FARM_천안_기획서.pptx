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그중 경영주 60대 이상 약 5,699가구로 추정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두 수치는 조사 주체·기준이 달라 정밀한 차집합이 아니라 규모 감각으로 제시합니다.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「행정구역별 농가·농가인구」 DT_1EA1011(2024) · 천안시 로컬푸드 현황 보도(2026-05-27) · 산출: tools/cheonan_gap.py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소비자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천안 밖 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전국에서 주문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농가와, 직매장이 닿지 않는 지역 밖 수요를 맡습니다.</a:t>
            </a:r>
          </a:p>
          <a:p>
            <a:pPr algn="l">
              <a:lnSpc>
                <a:spcPct val="140000"/>
              </a:lnSpc>
            </a:pPr>
            <a:r>
              <a:rPr sz="1450" b="1">
                <a:solidFill>
                  <a:srgbClr val="DD4B14"/>
                </a:solidFill>
                <a:latin typeface="맑은 고딕"/>
              </a:rPr>
              <a:t>천안 농산물을 천안 밖으로 파는 구조라, 매출은 천안으로 들어옵니다.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거점 화면도 실제 구현이며, 검수 전 상품은 소비자 화면에 노출되지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