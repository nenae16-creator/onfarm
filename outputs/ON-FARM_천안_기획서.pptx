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매출 271억 원 · 시 보도자료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평균 65.1세가 경영하는 소농 (60대 이상 70% · 1ha 미만 77%) — 2020년 값이라 지금은 더 높다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19379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303520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참여 2,256곳은 시 보도자료, 농가 9,488은 KOSIS 2024 — 조사 주체가 달라 정밀 차집합이 아닙니다. 연령·경지는 2020년 총조사이고 전국은 그 사이 73.3%→78.8% 로 올랐습니다.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판매처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이미 있는 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직매장·지자체몰·급식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농가를 맡습니다.</a:t>
            </a:r>
          </a:p>
          <a:p>
            <a:pPr algn="l">
              <a:lnSpc>
                <a:spcPct val="140000"/>
              </a:lnSpc>
            </a:pPr>
            <a:r>
              <a:rPr sz="1450" b="0">
                <a:solidFill>
                  <a:srgbClr val="7A7266"/>
                </a:solidFill>
                <a:latin typeface="맑은 고딕"/>
              </a:rPr>
              <a:t>수요를 데려온다고 말하지 않습니다. </a:t>
            </a:r>
            <a:r>
              <a:rPr sz="1450" b="1">
                <a:solidFill>
                  <a:srgbClr val="DD4B14"/>
                </a:solidFill>
                <a:latin typeface="맑은 고딕"/>
              </a:rPr>
              <a:t>농가의 물건이 '올릴 수 있는 상태'가 되게</a:t>
            </a:r>
            <a:r>
              <a:rPr sz="1450" b="0">
                <a:solidFill>
                  <a:srgbClr val="7A7266"/>
                </a:solidFill>
                <a:latin typeface="맑은 고딕"/>
              </a:rPr>
              <a:t> 할 뿐입니다.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쇼핑몰을 새로 만들지 않는다. 지자체 자사몰이 안 되는 이유는 상품이 없어서가 아니라 소비자가 쿠팡에서 사기 때문이다(현장 청취, docs/FIELD_NOTES.md). 수요가 붙는지는 8주 실증의 판매 성사율로 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