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그들은 평균 65.1세가 경영하는 소농이다 (60대 이상 70% · 경지 1ha 미만 77%)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조사 주체·기준이 달라 정밀한 차집합이 아닙니다. 농가 수는 2024년, 연령·경지 비율은 2020년 총조사입니다.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소비자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천안 밖 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전국에서 주문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농가와, 직매장이 닿지 않는 지역 밖 수요를 맡습니다.</a:t>
            </a:r>
          </a:p>
          <a:p>
            <a:pPr algn="l">
              <a:lnSpc>
                <a:spcPct val="140000"/>
              </a:lnSpc>
            </a:pPr>
            <a:r>
              <a:rPr sz="1450" b="1">
                <a:solidFill>
                  <a:srgbClr val="DD4B14"/>
                </a:solidFill>
                <a:latin typeface="맑은 고딕"/>
              </a:rPr>
              <a:t>천안 농산물을 천안 밖으로 파는 구조라, 매출은 천안으로 들어옵니다.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거점 화면도 실제 구현이며, 검수 전 상품은 소비자 화면에 노출되지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