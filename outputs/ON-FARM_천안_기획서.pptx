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그들은 평균 65.1세가 경영하는 소농이다 (60대 이상 70% · 경지 1ha 미만 77%)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조사 주체·기준이 달라 정밀한 차집합이 아닙니다. 농가 수는 2024년, 연령·경지 비율은 2020년 총조사입니다.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판매처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이미 있는 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직매장·지자체몰·급식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농가를 맡습니다.</a:t>
            </a:r>
          </a:p>
          <a:p>
            <a:pPr algn="l">
              <a:lnSpc>
                <a:spcPct val="140000"/>
              </a:lnSpc>
            </a:pPr>
            <a:r>
              <a:rPr sz="1450" b="0">
                <a:solidFill>
                  <a:srgbClr val="7A7266"/>
                </a:solidFill>
                <a:latin typeface="맑은 고딕"/>
              </a:rPr>
              <a:t>수요를 데려온다고 말하지 않습니다. </a:t>
            </a:r>
            <a:r>
              <a:rPr sz="1450" b="1">
                <a:solidFill>
                  <a:srgbClr val="DD4B14"/>
                </a:solidFill>
                <a:latin typeface="맑은 고딕"/>
              </a:rPr>
              <a:t>농가의 물건이 '올릴 수 있는 상태'가 되게</a:t>
            </a:r>
            <a:r>
              <a:rPr sz="1450" b="0">
                <a:solidFill>
                  <a:srgbClr val="7A7266"/>
                </a:solidFill>
                <a:latin typeface="맑은 고딕"/>
              </a:rPr>
              <a:t> 할 뿐입니다.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쇼핑몰을 새로 만들지 않는다. 지자체 자사몰이 안 되는 이유는 상품이 없어서가 아니라 소비자가 쿠팡에서 사기 때문이다(현장 청취, docs/FIELD_NOTES.md). 수요가 붙는지는 8주 실증의 판매 성사율로 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활용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쓴 데이터를 전부 밝힌다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공고문이 요구하는 출처·수집 시점·범위·주요 변수를 데이터별로 적었습니다.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데이터 ·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1284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수집 시점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12848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기준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12848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사용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12848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D4B14"/>
                </a:solidFill>
                <a:latin typeface="맑은 고딕"/>
              </a:rPr>
              <a:t>주요 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5176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AI Hub 농산물 품질(QC) 이미지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데이터셋 149 · 승인 후 수령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65176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 구축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2023-09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65176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5개 품목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122,425장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품목·품종·등급·중량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group_no(개체)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7472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DT_1EA1011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농림어업조사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47472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47472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충남 천안시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47472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농가(가구)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상대표준오차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0624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KOSIS DT_1AG20107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농림어업총조사 · 전수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29768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2026-08-12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OpenAPI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429768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9768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천안시 34010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전국 00 대조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29768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연령대별 농가·평균연령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경지규모별 농가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749808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120640"/>
            <a:ext cx="25603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공공데이터포털 15154733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천안시 공모전 정보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5120640"/>
            <a:ext cx="1737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2026-08-11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120640"/>
            <a:ext cx="1645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~2024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0640"/>
            <a:ext cx="1920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26개 대회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 173건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120640"/>
            <a:ext cx="23774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23201C"/>
                </a:solidFill>
                <a:latin typeface="맑은 고딕"/>
              </a:rPr>
              <a:t>공모전명·분야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수상작명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4360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자료는 같은 물체를 여러 장 찍은 데이터라 이미지가 아닌 </a:t>
            </a:r>
            <a:r>
              <a:rPr sz="1250" b="1">
                <a:solidFill>
                  <a:srgbClr val="23201C"/>
                </a:solidFill>
                <a:latin typeface="맑은 고딕"/>
              </a:rPr>
              <a:t>개체 단위로 분할</a:t>
            </a:r>
            <a:r>
              <a:rPr sz="1250" b="0">
                <a:solidFill>
                  <a:srgbClr val="7A7266"/>
                </a:solidFill>
                <a:latin typeface="맑은 고딕"/>
              </a:rPr>
              <a:t>했습니다 — 학습 1,056 · 검증 200개체.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전체 명세는 docs/DATA_SOURCES.md — 변수·이용조건·한계를 데이터별로 적었다. 제출물에 실제 농가 사진과 개인정보는 포함되지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174개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